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3657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3657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3657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0" y="3657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3657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3657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3657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3657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3657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3657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3657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3657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0" y="3657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3657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3657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3657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92640" y="3657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0" y="3657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89920" y="3657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3657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887200" y="3657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11430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11430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63040" y="11430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11680" y="11430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0" y="11430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08960" y="11430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0" y="11430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06240" y="11430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11430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03520" y="11430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52160" y="11430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11430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49440" y="11430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0" y="11430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0" y="11430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95360" y="11430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0" y="11430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92640" y="11430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241280" y="11430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789920" y="11430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338560" y="11430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887200" y="11430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19202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4400" y="19202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63040" y="19202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11680" y="19202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60320" y="19202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108960" y="19202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7600" y="19202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06240" y="19202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54880" y="19202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03520" y="19202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52160" y="19202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00800" y="19202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949440" y="19202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98080" y="19202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46720" y="19202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595360" y="19202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144000" y="19202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692640" y="19202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241280" y="19202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789920" y="19202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338560" y="19202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87200" y="19202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65760" y="26974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14400" y="26974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463040" y="26974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011680" y="26974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560320" y="26974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108960" y="26974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57600" y="26974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206240" y="26974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54880" y="26974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303520" y="26974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852160" y="26974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400800" y="26974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949440" y="26974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498080" y="26974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046720" y="26974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595360" y="26974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144000" y="26974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692640" y="26974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241280" y="26974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789920" y="26974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338560" y="26974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887200" y="26974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65760" y="34747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14400" y="34747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463040" y="34747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011680" y="34747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560320" y="34747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108960" y="34747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657600" y="34747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206240" y="34747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754880" y="34747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303520" y="34747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852160" y="34747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400800" y="34747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949440" y="34747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498080" y="34747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046720" y="34747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595360" y="34747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144000" y="34747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692640" y="34747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241280" y="34747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789920" y="34747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1338560" y="34747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1887200" y="34747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65760" y="42519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14400" y="42519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463040" y="42519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011680" y="42519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560320" y="42519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108960" y="42519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657600" y="42519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06240" y="42519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754880" y="42519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303520" y="42519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852160" y="42519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400800" y="42519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949440" y="42519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498080" y="42519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046720" y="42519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595360" y="42519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144000" y="42519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692640" y="42519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241280" y="42519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0789920" y="42519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1338560" y="42519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1887200" y="42519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365760" y="50292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14400" y="50292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463040" y="50292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011680" y="50292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560320" y="50292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108960" y="50292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657600" y="50292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206240" y="50292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754880" y="50292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303520" y="50292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852160" y="50292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400800" y="50292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949440" y="50292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498080" y="50292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046720" y="50292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595360" y="50292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144000" y="50292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692640" y="50292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241280" y="50292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0789920" y="50292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1338560" y="50292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1887200" y="50292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65760" y="58064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14400" y="58064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463040" y="58064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2011680" y="58064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2560320" y="58064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3108960" y="58064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657600" y="58064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4206240" y="58064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4754880" y="58064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303520" y="58064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852160" y="58064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400800" y="58064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949440" y="58064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498080" y="58064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046720" y="58064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595360" y="58064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9144000" y="58064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9692640" y="58064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0241280" y="58064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0789920" y="58064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1338560" y="58064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1887200" y="58064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40080" y="2377440"/>
            <a:ext cx="164592" cy="12801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96012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BIGUML · BRANCH FEATURE TOUR</a:t>
            </a:r>
            <a:endParaRPr lang="en-US" sz="1300" dirty="0"/>
          </a:p>
        </p:txBody>
      </p:sp>
      <p:sp>
        <p:nvSpPr>
          <p:cNvPr id="180" name="Text 178"/>
          <p:cNvSpPr/>
          <p:nvPr/>
        </p:nvSpPr>
        <p:spPr>
          <a:xfrm>
            <a:off x="96012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Instance Explorer</a:t>
            </a:r>
            <a:endParaRPr lang="en-US" sz="5400" dirty="0"/>
          </a:p>
        </p:txBody>
      </p:sp>
      <p:sp>
        <p:nvSpPr>
          <p:cNvPr id="181" name="Text 179"/>
          <p:cNvSpPr/>
          <p:nvPr/>
        </p:nvSpPr>
        <p:spPr>
          <a:xfrm>
            <a:off x="960120" y="36576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VS Code webview for browsing, creating and wiring UML instance specifications — directly from the side panel.</a:t>
            </a:r>
            <a:endParaRPr lang="en-US" sz="1800" dirty="0"/>
          </a:p>
        </p:txBody>
      </p:sp>
      <p:sp>
        <p:nvSpPr>
          <p:cNvPr id="182" name="Shape 180"/>
          <p:cNvSpPr/>
          <p:nvPr/>
        </p:nvSpPr>
        <p:spPr>
          <a:xfrm>
            <a:off x="960120" y="4846320"/>
            <a:ext cx="1536192" cy="329184"/>
          </a:xfrm>
          <a:prstGeom prst="roundRect">
            <a:avLst>
              <a:gd name="adj" fmla="val 50000"/>
            </a:avLst>
          </a:prstGeom>
          <a:solidFill>
            <a:srgbClr val="2A3A7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960120" y="4846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tree</a:t>
            </a:r>
            <a:endParaRPr lang="en-US" sz="1100" dirty="0"/>
          </a:p>
        </p:txBody>
      </p:sp>
      <p:sp>
        <p:nvSpPr>
          <p:cNvPr id="184" name="Shape 182"/>
          <p:cNvSpPr/>
          <p:nvPr/>
        </p:nvSpPr>
        <p:spPr>
          <a:xfrm>
            <a:off x="2633472" y="4846320"/>
            <a:ext cx="1636776" cy="329184"/>
          </a:xfrm>
          <a:prstGeom prst="roundRect">
            <a:avLst>
              <a:gd name="adj" fmla="val 50000"/>
            </a:avLst>
          </a:prstGeom>
          <a:solidFill>
            <a:srgbClr val="2A3A7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2633472" y="4846320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editing</a:t>
            </a:r>
            <a:endParaRPr lang="en-US" sz="1100" dirty="0"/>
          </a:p>
        </p:txBody>
      </p:sp>
      <p:sp>
        <p:nvSpPr>
          <p:cNvPr id="186" name="Shape 184"/>
          <p:cNvSpPr/>
          <p:nvPr/>
        </p:nvSpPr>
        <p:spPr>
          <a:xfrm>
            <a:off x="4407408" y="484632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2A3A7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4407408" y="48463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management</a:t>
            </a:r>
            <a:endParaRPr lang="en-US" sz="1100" dirty="0"/>
          </a:p>
        </p:txBody>
      </p:sp>
      <p:sp>
        <p:nvSpPr>
          <p:cNvPr id="188" name="Shape 186"/>
          <p:cNvSpPr/>
          <p:nvPr/>
        </p:nvSpPr>
        <p:spPr>
          <a:xfrm>
            <a:off x="6281928" y="4846320"/>
            <a:ext cx="2139696" cy="329184"/>
          </a:xfrm>
          <a:prstGeom prst="roundRect">
            <a:avLst>
              <a:gd name="adj" fmla="val 50000"/>
            </a:avLst>
          </a:prstGeom>
          <a:solidFill>
            <a:srgbClr val="2A3A7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6281928" y="484632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from scratch</a:t>
            </a:r>
            <a:endParaRPr lang="en-US" sz="1100" dirty="0"/>
          </a:p>
        </p:txBody>
      </p:sp>
      <p:sp>
        <p:nvSpPr>
          <p:cNvPr id="190" name="Shape 188"/>
          <p:cNvSpPr/>
          <p:nvPr/>
        </p:nvSpPr>
        <p:spPr>
          <a:xfrm>
            <a:off x="8558784" y="4846320"/>
            <a:ext cx="832104" cy="329184"/>
          </a:xfrm>
          <a:prstGeom prst="roundRect">
            <a:avLst>
              <a:gd name="adj" fmla="val 50000"/>
            </a:avLst>
          </a:prstGeom>
          <a:solidFill>
            <a:srgbClr val="2A3A7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8558784" y="484632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/>
          </a:p>
        </p:txBody>
      </p:sp>
      <p:sp>
        <p:nvSpPr>
          <p:cNvPr id="192" name="Text 190"/>
          <p:cNvSpPr/>
          <p:nvPr/>
        </p:nvSpPr>
        <p:spPr>
          <a:xfrm>
            <a:off x="96012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 2-model-instance-explorer-webview  ·  39 files changed  ·  +8,600 LoC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676656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branch adds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3716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brand-new package, big-instance-explorer, plugs a dedicated webview into the bigUML VS Code extension. It speaks to the GLSP server through new actions and operations to let you work with InstanceSpecifications without touching the diagram canvas.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" y="2743200"/>
            <a:ext cx="358444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743200"/>
            <a:ext cx="73152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2907792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browser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9264" y="3310128"/>
            <a:ext cx="3218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every instance by its classifier with search &amp; filtering.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62272" y="2743200"/>
            <a:ext cx="358444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62272" y="2743200"/>
            <a:ext cx="73152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2907792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instances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18304" y="3310128"/>
            <a:ext cx="3218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new instances of classes — even ones not yet present.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11312" y="2743200"/>
            <a:ext cx="358444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11312" y="2743200"/>
            <a:ext cx="73152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67344" y="2907792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slots inline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67344" y="3310128"/>
            <a:ext cx="3218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any slot to rename or change its literal values.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" y="4361688"/>
            <a:ext cx="358444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" y="4361688"/>
            <a:ext cx="73152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452628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links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9264" y="4928616"/>
            <a:ext cx="3218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redirect and inspect 1-1 and 1-n associations per instance.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62272" y="4361688"/>
            <a:ext cx="358444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62272" y="4361688"/>
            <a:ext cx="73152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452628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18304" y="4928616"/>
            <a:ext cx="3218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section to maintain M:N relations between instances.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11312" y="4361688"/>
            <a:ext cx="358444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11312" y="4361688"/>
            <a:ext cx="73152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67344" y="452628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+ navigate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67344" y="4928616"/>
            <a:ext cx="3218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removes the selected instance; clicks center it in the diagram.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D9DEEA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Instance Explorer — bigUML branch 2-model-instance-explorer-webview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676656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instances grouped by classifier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630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InstanceSpecification in the current model is collected on the server and grouped by its classifier (Class, Interface, DataType).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" y="2615184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54203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" y="28163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 refreshes on every model change via onDidChangeModelState.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" y="3392424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331927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9264" y="359359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instance, classifier or slot value with a single search box.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" y="4169664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409651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9264" y="437083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Per-instance and per-slot warnings surface inline as ⚠ badges.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3232" y="4946904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487375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" y="514807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an instance dispatches Select + Center on the diagram.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80960" y="1371600"/>
            <a:ext cx="393192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680960" y="1371600"/>
            <a:ext cx="393192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45552" y="14173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EXPLORER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818120" y="1755648"/>
            <a:ext cx="3657600" cy="256032"/>
          </a:xfrm>
          <a:prstGeom prst="rect">
            <a:avLst/>
          </a:prstGeom>
          <a:solidFill>
            <a:srgbClr val="1A2541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9560" y="17647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instances…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845552" y="212140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Class · Employee  (3)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10144" y="2359152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◆ alice : Employee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174736" y="2596896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"Alice Carter"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74736" y="2834640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 = 92000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74736" y="3072384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worksIn  →  engineering : Department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10144" y="3310128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◆ bob : Employee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10144" y="3547872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◆ carol : Employee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45552" y="3785616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Class · Department  (2)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45552" y="4023360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Available to instantiate  (3)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D9DEEA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Instance Explorer — bigUML branch 2-model-instance-explorer-webview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676656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instances on demand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"Available to instantiate" section lists every classifier that has no instance yet — plus any other instantiable classifier.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" y="25603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98448" y="254203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classifier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98448" y="28529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+ on a class card in the Available section.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" y="35204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98448" y="350215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places 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98448" y="381304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CreateClassifierInstanceOperation positions the new shape next to peers.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3232" y="44805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8448" y="446227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auto-fill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98448" y="47731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slot values come straight from the classifier’s properties.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06640" y="1371600"/>
            <a:ext cx="4297680" cy="27432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1371600"/>
            <a:ext cx="429768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1232" y="14173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instance-explorer.action.ts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71232" y="1828800"/>
            <a:ext cx="39684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interface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CreateClassifierInstanceOperation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extends Operation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kind:  </a:t>
            </a:r>
            <a:pPr indent="0" marL="0">
              <a:buNone/>
            </a:pPr>
            <a:r>
              <a:rPr lang="en-US" sz="11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'createClassifierInstanceOperation'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classifierId: string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06640" y="4297680"/>
            <a:ext cx="42976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0" y="4297680"/>
            <a:ext cx="73152" cy="21031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4434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placement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35240" y="480060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handler measures existing instances on the canvas, picks a gap of 48 px and gives the new shape sensible default width and height so the diagram stays tidy.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D9DEEA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Instance Explorer — bigUML branch 2-model-instance-explorer-webview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676656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slot values inline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Renaming and assigning literal values used to mean clicking deep into the property palette. Now any slot is a double-click away.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" y="2331720"/>
            <a:ext cx="6675120" cy="640080"/>
          </a:xfrm>
          <a:prstGeom prst="rect">
            <a:avLst/>
          </a:prstGeom>
          <a:solidFill>
            <a:srgbClr val="F5F7FB"/>
          </a:solidFill>
          <a:ln w="6350">
            <a:solidFill>
              <a:srgbClr val="D9D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331720"/>
            <a:ext cx="54864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31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Double-click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97480" y="23317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edit mode on a slot, instance name, or classifier name.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" y="3108960"/>
            <a:ext cx="6675120" cy="640080"/>
          </a:xfrm>
          <a:prstGeom prst="rect">
            <a:avLst/>
          </a:prstGeom>
          <a:solidFill>
            <a:srgbClr val="F5F7FB"/>
          </a:solidFill>
          <a:ln w="6350">
            <a:solidFill>
              <a:srgbClr val="D9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3108960"/>
            <a:ext cx="54864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1089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/ blur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31089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through UpdateInstanceSlotValuesOperation or UpdateOperation.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3232" y="3886200"/>
            <a:ext cx="6675120" cy="640080"/>
          </a:xfrm>
          <a:prstGeom prst="rect">
            <a:avLst/>
          </a:prstGeom>
          <a:solidFill>
            <a:srgbClr val="F5F7FB"/>
          </a:solidFill>
          <a:ln w="6350">
            <a:solidFill>
              <a:srgbClr val="D9DE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886200"/>
            <a:ext cx="54864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8862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Escape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97480" y="38862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cleanly — no operations dispatched, no model touched.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" y="4663440"/>
            <a:ext cx="6675120" cy="640080"/>
          </a:xfrm>
          <a:prstGeom prst="rect">
            <a:avLst/>
          </a:prstGeom>
          <a:solidFill>
            <a:srgbClr val="F5F7FB"/>
          </a:solidFill>
          <a:ln w="6350">
            <a:solidFill>
              <a:srgbClr val="D9DE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4663440"/>
            <a:ext cx="54864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6634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Comma-separated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97480" y="46634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Multi-valued slots accept several literals in one input.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80960" y="1371600"/>
            <a:ext cx="393192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80960" y="1371600"/>
            <a:ext cx="393192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45552" y="14173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EXPLORER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818120" y="1755648"/>
            <a:ext cx="3657600" cy="256032"/>
          </a:xfrm>
          <a:prstGeom prst="rect">
            <a:avLst/>
          </a:prstGeom>
          <a:solidFill>
            <a:srgbClr val="1A2541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0" y="17647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instances…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45552" y="212140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Class · Employee  (3)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10144" y="2359152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◆ alice : Employee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790688" y="2578608"/>
            <a:ext cx="3712464" cy="237744"/>
          </a:xfrm>
          <a:prstGeom prst="rect">
            <a:avLst/>
          </a:prstGeom>
          <a:solidFill>
            <a:srgbClr val="3D2A2A"/>
          </a:solidFill>
          <a:ln w="12700">
            <a:solidFill>
              <a:srgbClr val="3D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74736" y="2596896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"Alice Carter"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74736" y="2834640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 = 92000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174736" y="3072384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worksIn  →  engineering : Department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10144" y="3310128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◆ bob : Employee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10144" y="3547872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◆ carol : Employee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45552" y="3785616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Class · Department  (2)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845552" y="4023360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Available to instantiate  (3)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80960" y="6217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Editing name = "Alice Carter" in place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D9DEEA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Instance Explorer — bigUML branch 2-model-instance-explorer-webview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676656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1-1 and 1-n associations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instance row shows the links it already participates in and offers an "add link" button for any association that still has free capacity on its end.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" y="2560320"/>
            <a:ext cx="66751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560320"/>
            <a:ext cx="73152" cy="10058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7004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link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associations are computed per instance based on source/target multiplicities — only free ends are offered.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" y="3657600"/>
            <a:ext cx="66751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3657600"/>
            <a:ext cx="73152" cy="10058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76732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an 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11480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an existing peer name to pick another eligible instance; commits via UpdateInstanceLinkEndOperation.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3232" y="4754880"/>
            <a:ext cx="66751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4754880"/>
            <a:ext cx="73152" cy="10058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86460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aware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521208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1-1 ends disappear once filled, 1-n ends stay open until the upper bound is reached.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80960" y="1371600"/>
            <a:ext cx="393192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680960" y="1371600"/>
            <a:ext cx="393192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45552" y="14173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EXPLORER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818120" y="1755648"/>
            <a:ext cx="3657600" cy="256032"/>
          </a:xfrm>
          <a:prstGeom prst="rect">
            <a:avLst/>
          </a:prstGeom>
          <a:solidFill>
            <a:srgbClr val="1A2541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9560" y="17647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instances…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845552" y="212140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Class · Employee  (3)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10144" y="2359152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◆ alice : Employee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174736" y="2596896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"Alice Carter"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74736" y="2834640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 = 92000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74736" y="3072384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worksIn  →  engineering : Department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174736" y="3291840"/>
            <a:ext cx="3273552" cy="237744"/>
          </a:xfrm>
          <a:prstGeom prst="rect">
            <a:avLst/>
          </a:prstGeom>
          <a:solidFill>
            <a:srgbClr val="1F2A4D"/>
          </a:solidFill>
          <a:ln w="9525">
            <a:solidFill>
              <a:srgbClr val="F9616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0456" y="3310128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manages  →  add link…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10144" y="3547872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◆ bob : Employee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10144" y="3785616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◆ carol : Employee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863840" y="4069080"/>
            <a:ext cx="3566160" cy="310896"/>
          </a:xfrm>
          <a:prstGeom prst="rect">
            <a:avLst/>
          </a:prstGeom>
          <a:solidFill>
            <a:srgbClr val="1F2A4D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09560" y="41056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engineering ▾ ]  →  [ bob ▾ ]   Create  Cancel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845552" y="445312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Class · Department  (2)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45552" y="4690872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Available to instantiate  (3)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D9DEEA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Instance Explorer — bigUML branch 2-model-instance-explorer-webview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676656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relations get their own section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 associations don’t fit comfortably under a single instance because both sides can have many partners. They surface as a dedicated section instead.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" y="2560320"/>
            <a:ext cx="6675120" cy="3657600"/>
          </a:xfrm>
          <a:prstGeom prst="rect">
            <a:avLst/>
          </a:prstGeom>
          <a:solidFill>
            <a:srgbClr val="F5F7FB"/>
          </a:solidFill>
          <a:ln w="9525">
            <a:solidFill>
              <a:srgbClr val="D9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6974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 ↔  Employee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53312" y="33375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apollo : Project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53312" y="41148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114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athena : Project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53312" y="48920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53312" y="4892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hermes : Project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19472" y="33375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alice : Employee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19472" y="41148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4114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bob : Employee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19472" y="48920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4892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carol : Employee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82112" y="3584448"/>
            <a:ext cx="1737360" cy="0"/>
          </a:xfrm>
          <a:prstGeom prst="line">
            <a:avLst/>
          </a:prstGeom>
          <a:noFill/>
          <a:ln w="15875">
            <a:solidFill>
              <a:srgbClr val="2A3A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82112" y="3584448"/>
            <a:ext cx="1737360" cy="777240"/>
          </a:xfrm>
          <a:prstGeom prst="line">
            <a:avLst/>
          </a:prstGeom>
          <a:noFill/>
          <a:ln w="15875">
            <a:solidFill>
              <a:srgbClr val="2A3A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82112" y="4361688"/>
            <a:ext cx="1737360" cy="-777240"/>
          </a:xfrm>
          <a:prstGeom prst="line">
            <a:avLst/>
          </a:prstGeom>
          <a:noFill/>
          <a:ln w="15875">
            <a:solidFill>
              <a:srgbClr val="2A3A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82112" y="4361688"/>
            <a:ext cx="1737360" cy="777240"/>
          </a:xfrm>
          <a:prstGeom prst="line">
            <a:avLst/>
          </a:prstGeom>
          <a:noFill/>
          <a:ln w="15875">
            <a:solidFill>
              <a:srgbClr val="2A3A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82112" y="5138928"/>
            <a:ext cx="1737360" cy="-777240"/>
          </a:xfrm>
          <a:prstGeom prst="line">
            <a:avLst/>
          </a:prstGeom>
          <a:noFill/>
          <a:ln w="15875">
            <a:solidFill>
              <a:srgbClr val="2A3A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82112" y="5138928"/>
            <a:ext cx="1737360" cy="0"/>
          </a:xfrm>
          <a:prstGeom prst="line">
            <a:avLst/>
          </a:prstGeom>
          <a:noFill/>
          <a:ln w="15875">
            <a:solidFill>
              <a:srgbClr val="2A3A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1371600"/>
            <a:ext cx="393192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0" y="1371600"/>
            <a:ext cx="393192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45552" y="14173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EXPLORER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818120" y="1755648"/>
            <a:ext cx="3657600" cy="256032"/>
          </a:xfrm>
          <a:prstGeom prst="rect">
            <a:avLst/>
          </a:prstGeom>
          <a:solidFill>
            <a:srgbClr val="1A2541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9560" y="17647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instances…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845552" y="212140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Class · Employee  (3)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10144" y="2359152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◆ alice : Employee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174736" y="2596896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"Alice Carter"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174736" y="2834640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 = 92000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174736" y="3072384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worksIn  →  engineering : Department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10144" y="3310128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◆ bob : Employee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10144" y="3547872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◆ carol : Employee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790688" y="3840480"/>
            <a:ext cx="3712464" cy="274320"/>
          </a:xfrm>
          <a:prstGeom prst="rect">
            <a:avLst/>
          </a:prstGeom>
          <a:solidFill>
            <a:srgbClr val="23304D"/>
          </a:solidFill>
          <a:ln w="9525">
            <a:solidFill>
              <a:srgbClr val="F9616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45552" y="3877056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↔  Project ↔ Employee  (4)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010144" y="4169664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apollo  ↔  alice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10144" y="4407408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apollo  ↔  bob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D9DEEA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Instance Explorer — bigUML branch 2-model-instance-explorer-webview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676656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with DEL — and stay in sync with the diagram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explorer behaves like a first-class tree view: keyboard-driven, focus-aware, and tied to the active GLSP client.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" y="2468880"/>
            <a:ext cx="333756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468880"/>
            <a:ext cx="33375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468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instances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3108960"/>
            <a:ext cx="2880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instance row to select it — the row is highlighted and the diagram centers on it.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DEL to dispatch a DeleteElementOperation; the explorer’s selection clears automatically once the model emits its change event.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handler is text-input aware: it never steals DEL while you are typing in an input or dropdown.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9392" y="2468880"/>
            <a:ext cx="333756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79392" y="2468880"/>
            <a:ext cx="333756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62272" y="2468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the diagram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07992" y="3108960"/>
            <a:ext cx="2880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an instance dispatches SelectAllAction(false) + SelectAction([id]) + CenterAction([id]).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 link peer jumps focus to that instance shape — handy when chasing relations across a busy diagram.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clears the explorer’s own selection without affecting the diagram.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0" y="246888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0" y="24688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8686800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selected instance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0" y="457200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45720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686800" y="6126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 the shape in the diagram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D9DEEA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Instance Explorer — bigUML branch 2-model-instance-explorer-webview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703320" cy="4389120"/>
          </a:xfrm>
          <a:prstGeom prst="rect">
            <a:avLst/>
          </a:prstGeom>
          <a:solidFill>
            <a:srgbClr val="2A3A7C"/>
          </a:solidFill>
          <a:ln w="9525">
            <a:solidFill>
              <a:srgbClr val="3D4F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37033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65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GLSP Server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instance-explorer.handler.ts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2715768"/>
            <a:ext cx="3246120" cy="18288"/>
          </a:xfrm>
          <a:prstGeom prst="rect">
            <a:avLst/>
          </a:prstGeom>
          <a:solidFill>
            <a:srgbClr val="3D4F92"/>
          </a:solidFill>
          <a:ln w="12700">
            <a:solidFill>
              <a:srgbClr val="3D4F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834640"/>
            <a:ext cx="3246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the Langium AST, builds ClassifierGroup, InstanceSummary and ManyToManyRelationSection objects, computes available links from multiplicities, and applies CreateClassifierInstance / UpdateSlot / UpdateLinkEnd / CreateInstanceLink operations as ModelPatchCommands.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07992" y="1691640"/>
            <a:ext cx="3703320" cy="4389120"/>
          </a:xfrm>
          <a:prstGeom prst="rect">
            <a:avLst/>
          </a:prstGeom>
          <a:solidFill>
            <a:srgbClr val="2A3A7C"/>
          </a:solidFill>
          <a:ln w="9525">
            <a:solidFill>
              <a:srgbClr val="3D4F9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07992" y="1691640"/>
            <a:ext cx="37033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965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GLSP Client + Webview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36592" y="23774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instance-explorer.component.tsx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36592" y="2715768"/>
            <a:ext cx="3246120" cy="18288"/>
          </a:xfrm>
          <a:prstGeom prst="rect">
            <a:avLst/>
          </a:prstGeom>
          <a:solidFill>
            <a:srgbClr val="3D4F92"/>
          </a:solidFill>
          <a:ln w="12700">
            <a:solidFill>
              <a:srgbClr val="3D4F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2834640"/>
            <a:ext cx="3246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 renders the tree, edit inputs and link pickers. It speaks GLSP through @borkdominik-biguml/big-components VSCodeContext, and reacts to InstanceExplorerDataResponse updates from the server.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75904" y="1691640"/>
            <a:ext cx="3703320" cy="4389120"/>
          </a:xfrm>
          <a:prstGeom prst="rect">
            <a:avLst/>
          </a:prstGeom>
          <a:solidFill>
            <a:srgbClr val="2A3A7C"/>
          </a:solidFill>
          <a:ln w="9525">
            <a:solidFill>
              <a:srgbClr val="3D4F9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5904" y="1691640"/>
            <a:ext cx="37033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04504" y="1965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Integration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04504" y="23774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instance-explorer.webview-view-provider.ts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04504" y="2715768"/>
            <a:ext cx="3246120" cy="18288"/>
          </a:xfrm>
          <a:prstGeom prst="rect">
            <a:avLst/>
          </a:prstGeom>
          <a:solidFill>
            <a:srgbClr val="3D4F92"/>
          </a:solidFill>
          <a:ln w="12700">
            <a:solidFill>
              <a:srgbClr val="3D4F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04504" y="2834640"/>
            <a:ext cx="3246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the panel as a WebviewViewProvider, caches responses per active client, requests fresh data on model state changes and on view visibility — so the panel always shows the truth.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it:  Open any .uml model  →  bigUML side bar  →  Instance Explorer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D9DEEA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Instance Explorer — bigUML branch 2-model-instance-explorer-webview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Instance Explorer</dc:title>
  <dc:subject>PptxGenJS Presentation</dc:subject>
  <dc:creator>bigUML</dc:creator>
  <cp:lastModifiedBy>bigUML</cp:lastModifiedBy>
  <cp:revision>1</cp:revision>
  <dcterms:created xsi:type="dcterms:W3CDTF">2026-05-21T17:04:01Z</dcterms:created>
  <dcterms:modified xsi:type="dcterms:W3CDTF">2026-05-21T17:04:01Z</dcterms:modified>
</cp:coreProperties>
</file>